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4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🌍 AfriTalent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Plateforme Freelance Tech Premium</a:t>
            </a:r>
          </a:p>
          <a:p/>
          <a:p>
            <a:r>
              <a:t>Connectez vos projets aux meilleurs talents d'Afrique</a:t>
            </a:r>
          </a:p>
          <a:p/>
          <a:p>
            <a:r>
              <a:t>🚀 Modern • Responsive • Performant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4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📌 À Propos d'AfriTalent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✨ Plateforme de mise en relation freelances ↔ entreprises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🌟 Talents africains vérifiés et qualifiés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📱 Interface moderne, responsive et performante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🌓 Mode sombre/clair avec persistance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⚡ Expérience utilisateur fluide et intuitive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4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Pages principales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3152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📄 index.html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Page d'accueil avec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👥 freelances.html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Catalogue avec filtres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💰 tarifs.html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Plans de tarification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ℹ️ about.html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Informations plateforme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💡 Flux d'Utilisation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1️⃣ Visiteur explore l'accueil → découvre les talents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2️⃣ Filtre les freelances par compétences et expertise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3️⃣ Consulte les tarifs et services disponibles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4️⃣ Prend contact via WhatsApp pour discuter projet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5️⃣ Engage le freelance préféré pour son projet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🏗️ Stack Technologique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3152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📝 Frontend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HTML5 sémantique + CSS3 moderne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🎨 Framework UI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Bootstrap 5.3.3 + Icons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⚡ JavaScript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ES6 moderne + APIs natives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💾 Persistance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LocalStorage pour les préférences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✨ Fonctionnalités Clés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3152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🌙 Mode Sombre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Thème persistant et fluide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📱 Responsive Design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Optimisé mobile/tablette/desktop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⚡ Animations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Compteurs, fade-in au scroll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🔍 Filtres Dynamiques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Catégorisation des talents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F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Structure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&lt;nav id="main-navbar"&gt;...&lt;/nav&gt;</a:t>
            </a:r>
          </a:p>
          <a:p>
            <a:r>
              <a:t>&lt;main class="site-main"&gt;</a:t>
            </a:r>
          </a:p>
          <a:p>
            <a:r>
              <a:t>  &lt;section class="hero-section"&gt;...&lt;/section&gt;</a:t>
            </a:r>
          </a:p>
          <a:p>
            <a:r>
              <a:t>  &lt;section class="stats-band"&gt;</a:t>
            </a:r>
          </a:p>
          <a:p>
            <a:r>
              <a:t>    &lt;strong data-goal="2500"&gt;0&lt;/strong&gt;</a:t>
            </a:r>
          </a:p>
          <a:p>
            <a:r>
              <a:t>  &lt;/section&gt;</a:t>
            </a:r>
          </a:p>
          <a:p>
            <a:r>
              <a:t>  &lt;article class="freelance-card"&gt;...&lt;/article&gt;</a:t>
            </a:r>
          </a:p>
          <a:p>
            <a:r>
              <a:t>&lt;/main&gt;</a:t>
            </a:r>
          </a:p>
          <a:p>
            <a:r>
              <a:t>&lt;footer class="site-footer"&gt;...&lt;/footer&gt;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Variables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:root {</a:t>
            </a:r>
          </a:p>
          <a:p>
            <a:r>
              <a:t>  --primary-color: #2454d6;</a:t>
            </a:r>
          </a:p>
          <a:p>
            <a:r>
              <a:t>  --accent-color: #f59e0b;</a:t>
            </a:r>
          </a:p>
          <a:p>
            <a:r>
              <a:t>  --bg-color: #f7f9fc;</a:t>
            </a:r>
          </a:p>
          <a:p>
            <a:r>
              <a:t>  --text-color: #121826;</a:t>
            </a:r>
          </a:p>
          <a:p>
            <a:r>
              <a:t>  --radius: 8px;</a:t>
            </a:r>
          </a:p>
          <a:p>
            <a:r>
              <a:t>  --shadow: 0 18px 45px rgba(...);</a:t>
            </a:r>
          </a:p>
          <a:p>
            <a:r>
              <a:t>}</a:t>
            </a:r>
          </a:p>
          <a:p/>
          <a:p>
            <a:r>
              <a:t>body.dark-mode {</a:t>
            </a:r>
          </a:p>
          <a:p>
            <a:r>
              <a:t>  --bg-color: #101827;</a:t>
            </a:r>
          </a:p>
          <a:p>
            <a:r>
              <a:t>  --text-color: #f5f7fb;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⚙️ Fonctionnalités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🎨 Détection thème (localStorage) + basculement fluide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🧭 Navigation active automatique au scroll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📍 Détection scroll (navbar collapsible + back-to-top)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🎯 Animation des compteurs (Intersection Observer)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🔄 Filtrage dynamique des freelances en temps réel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✔️ Validation du formulaire de contact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▶ 💬 Intégration WhatsApp pour contact direct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4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9 Freelances Profils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3152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Développeurs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Israël Muteba (Full-stack)</a:t>
            </a:r>
            <a:br/>
            <a:r>
              <a:t>• Franck Ndouna (Mobile)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Designers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Aphie N. (Produit)</a:t>
            </a:r>
            <a:br/>
            <a:r>
              <a:t>• Mélodie Tsiebo (UX/UI)</a:t>
            </a:r>
            <a:br/>
            <a:r>
              <a:t>• Reine P. (Branding)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Data &amp; Tech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Éric N'Diaye (Analytics)</a:t>
            </a:r>
            <a:br/>
            <a:r>
              <a:t>• Abdoulaye S. (Cloud)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88620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37160" lIns="137160" rIns="1371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Support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Kwami Mensah (Digital)</a:t>
            </a:r>
            <a:br/>
            <a:r>
              <a:t>• Sophie Diallo (Agile)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4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🚀 AfriTalent - En Résumé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1234440"/>
            <a:ext cx="54864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97280" y="1645920"/>
            <a:ext cx="2103120" cy="146304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2454D6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454D6"/>
                </a:solidFill>
              </a:defRPr>
            </a:pPr>
            <a:r>
              <a:t>Talents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645920"/>
            <a:ext cx="2103120" cy="146304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2454D6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454D6"/>
                </a:solidFill>
              </a:defRPr>
            </a:pPr>
            <a:r>
              <a:t>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103120" cy="146304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2454D6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454D6"/>
                </a:solidFill>
              </a:defRPr>
            </a:pPr>
            <a:r>
              <a:t>Responsive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Plateforme moderne et responsive - Expérience utilisateur fluide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Authentification locale intelligente - Mode sombre persistant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Talents vérifiés - Contact direct WhatsApp intégré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Une plateforme prête à croître et convertir 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